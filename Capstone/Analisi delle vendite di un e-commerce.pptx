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77" r:id="rId3"/>
    <p:sldId id="290" r:id="rId4"/>
    <p:sldId id="285" r:id="rId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129" autoAdjust="0"/>
  </p:normalViewPr>
  <p:slideViewPr>
    <p:cSldViewPr snapToGrid="0" showGuides="1">
      <p:cViewPr varScale="1">
        <p:scale>
          <a:sx n="56" d="100"/>
          <a:sy n="56" d="100"/>
        </p:scale>
        <p:origin x="1000" y="56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8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190EFE-CCCB-4DCD-B1CF-8C3CB119D6FE}" type="datetime1">
              <a:rPr lang="it-IT" smtClean="0"/>
              <a:t>06/11/2025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AC070-77AE-44FC-B0C8-108B581F9765}" type="datetime1">
              <a:rPr lang="it-IT" noProof="0" smtClean="0"/>
              <a:pPr/>
              <a:t>06/11/2025</a:t>
            </a:fld>
            <a:endParaRPr lang="it-IT" noProof="0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Modifica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1124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27312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  <a:endParaRPr lang="it-IT" noProof="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953276-A596-464E-8131-16FDC4642D35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A1E7DF-6F8F-47CE-8C70-53A994FBF180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CFB8710-ABAB-4285-AF31-02779743E1F4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1FD3F1-0F70-4F3C-841E-3B4B1A9982AD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95CD94-E959-4436-A899-6BFB5CD81E9E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7B0C7F-749B-466A-A38A-03B1C8A2F06C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C309BE-2E90-45F2-A626-98CE1308C9C4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it-IT" noProof="0"/>
              <a:t>Fare clic per modificare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D791A9-9A19-4C7D-9EDF-F6B9F670B73C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87147A-BE07-4D89-850F-642EAF1AAEA9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it-IT" noProof="0"/>
              <a:t>Fare clic per modificare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F66E3F-D06F-47DA-A95C-C846DE23F8C0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it-IT" noProof="0"/>
              <a:t>Fare clic per modificare lo stile del titolo</a:t>
            </a:r>
            <a:endParaRPr lang="it-IT" noProof="0" dirty="0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it-IT" noProof="0"/>
              <a:t>Fare clic per modificare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FE6513-E3C7-4048-AC2F-41B0D1F6D895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-IT" noProof="0" dirty="0"/>
              <a:t>Modifica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50AD8DE-E201-43F1-B9CB-48547493CA6A}" type="datetime1">
              <a:rPr lang="it-IT" noProof="0" smtClean="0"/>
              <a:t>06/11/2025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3118138"/>
            <a:ext cx="9144000" cy="1495794"/>
          </a:xfrm>
        </p:spPr>
        <p:txBody>
          <a:bodyPr lIns="0" tIns="0" rIns="0" bIns="0" rtlCol="0" anchor="t">
            <a:spAutoFit/>
          </a:bodyPr>
          <a:lstStyle/>
          <a:p>
            <a:pPr rtl="0"/>
            <a:r>
              <a:rPr lang="it-IT" sz="3600" b="1" dirty="0">
                <a:solidFill>
                  <a:schemeClr val="bg1"/>
                </a:solidFill>
              </a:rPr>
              <a:t>Analisi delle vendite di un e-commerce </a:t>
            </a:r>
            <a:r>
              <a:rPr lang="it-IT" sz="3600" b="1">
                <a:solidFill>
                  <a:schemeClr val="bg1"/>
                </a:solidFill>
              </a:rPr>
              <a:t>con </a:t>
            </a:r>
            <a:r>
              <a:rPr lang="it-IT" sz="3600" b="1" dirty="0">
                <a:solidFill>
                  <a:schemeClr val="bg1"/>
                </a:solidFill>
              </a:rPr>
              <a:t>s</a:t>
            </a:r>
            <a:r>
              <a:rPr lang="it-IT" sz="3600" b="1">
                <a:solidFill>
                  <a:schemeClr val="bg1"/>
                </a:solidFill>
              </a:rPr>
              <a:t>trategia </a:t>
            </a:r>
            <a:r>
              <a:rPr lang="it-IT" sz="3600" b="1" dirty="0">
                <a:solidFill>
                  <a:schemeClr val="bg1"/>
                </a:solidFill>
              </a:rPr>
              <a:t>e azioni di ottimizzazione proposte utilizzando funzioni di </a:t>
            </a:r>
            <a:r>
              <a:rPr lang="it-IT" sz="3600" b="1" dirty="0" err="1">
                <a:solidFill>
                  <a:schemeClr val="bg1"/>
                </a:solidFill>
              </a:rPr>
              <a:t>GenAI</a:t>
            </a:r>
            <a:endParaRPr lang="it-IT" dirty="0">
              <a:solidFill>
                <a:schemeClr val="accent4"/>
              </a:solidFill>
            </a:endParaRPr>
          </a:p>
        </p:txBody>
      </p:sp>
      <p:sp>
        <p:nvSpPr>
          <p:cNvPr id="4" name="Rombo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5441014" y="510774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Carlo Alemi</a:t>
            </a: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3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Fasi del progetto</a:t>
            </a:r>
            <a:b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io 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610128" y="1639124"/>
            <a:ext cx="5480191" cy="3802736"/>
          </a:xfrm>
          <a:prstGeom prst="trapezoid">
            <a:avLst>
              <a:gd name="adj" fmla="val 21565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970380" y="1612164"/>
            <a:ext cx="2145464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ACQUSIZIONE DATI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363693" y="2659951"/>
            <a:ext cx="3531053" cy="2192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lnSpc>
                <a:spcPts val="1900"/>
              </a:lnSpc>
              <a:buFont typeface="Wingdings" panose="05000000000000000000" pitchFamily="2" charset="2"/>
              <a:buChar char="Ø"/>
            </a:pPr>
            <a:r>
              <a:rPr lang="it-IT" sz="1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Scraping</a:t>
            </a: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dati dei prodotti dal sito</a:t>
            </a:r>
            <a:b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e-commerce HP</a:t>
            </a:r>
            <a:b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capstonehp.csv</a:t>
            </a:r>
            <a:b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</a:t>
            </a:r>
            <a:r>
              <a:rPr lang="it-IT" sz="1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scraping_hp.ipynb</a:t>
            </a:r>
            <a:endParaRPr lang="it-IT" sz="1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rtl="0">
              <a:lnSpc>
                <a:spcPts val="1900"/>
              </a:lnSpc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Simulazione dati delle vendite tramite AI generativa</a:t>
            </a:r>
            <a:b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simulazione_vendite.csv</a:t>
            </a:r>
            <a:b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</a:t>
            </a:r>
            <a:r>
              <a:rPr lang="it-IT" sz="1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Prompt</a:t>
            </a: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simulazione vendite.txt</a:t>
            </a:r>
            <a:b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</a:t>
            </a:r>
            <a:r>
              <a:rPr lang="it-IT" sz="1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simulazione_vendite.ipynb</a:t>
            </a:r>
            <a:endParaRPr lang="it-IT" sz="1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999" y="800396"/>
            <a:ext cx="3804234" cy="5480779"/>
          </a:xfrm>
          <a:prstGeom prst="rect">
            <a:avLst/>
          </a:prstGeom>
        </p:spPr>
      </p:pic>
      <p:sp>
        <p:nvSpPr>
          <p:cNvPr id="47" name="Rettangolo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5096157" y="1612165"/>
            <a:ext cx="19440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ELABORAZIONE DATI</a:t>
            </a: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4450759" y="2781779"/>
            <a:ext cx="3290481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Pulizia dati e merge dei file </a:t>
            </a:r>
            <a:r>
              <a:rPr lang="it-IT" sz="1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csv</a:t>
            </a:r>
            <a:b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capstone_dataset.csv</a:t>
            </a:r>
          </a:p>
          <a:p>
            <a:pPr marL="285750" indent="-285750" rtl="0">
              <a:lnSpc>
                <a:spcPts val="1900"/>
              </a:lnSpc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Creazione di un analisi delle strategie di vendita impostata da un prompt mirato per ogni paese</a:t>
            </a:r>
            <a:b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risposte_GenAI.csv</a:t>
            </a:r>
            <a:b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Prompt commento GenAI.txt</a:t>
            </a:r>
            <a:b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</a:t>
            </a:r>
            <a:r>
              <a:rPr lang="it-IT" sz="1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commenti_GenAI.ipynb</a:t>
            </a:r>
            <a:endParaRPr lang="it-IT" sz="1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896" y="799809"/>
            <a:ext cx="3804234" cy="5480779"/>
          </a:xfrm>
          <a:prstGeom prst="rect">
            <a:avLst/>
          </a:prstGeom>
        </p:spPr>
      </p:pic>
      <p:sp>
        <p:nvSpPr>
          <p:cNvPr id="48" name="Rettangolo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9439213" y="1612165"/>
            <a:ext cx="1371600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ANALISI DATI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8561070" y="3147264"/>
            <a:ext cx="3024000" cy="1681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lnSpc>
                <a:spcPts val="1900"/>
              </a:lnSpc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Analisi delle vendite sui dati caricati su un modello star schema</a:t>
            </a:r>
          </a:p>
          <a:p>
            <a:pPr marL="285750" indent="-285750" rtl="0">
              <a:lnSpc>
                <a:spcPts val="1900"/>
              </a:lnSpc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Strategia e azioni di ottimizzazione proposte utilizzando funzioni di </a:t>
            </a:r>
            <a:r>
              <a:rPr lang="it-IT" sz="1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GenAI</a:t>
            </a:r>
            <a:endParaRPr lang="it-IT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rtl="0">
              <a:lnSpc>
                <a:spcPts val="1900"/>
              </a:lnSpc>
            </a:pPr>
            <a:r>
              <a:rPr lang="it-IT" sz="1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file: </a:t>
            </a:r>
            <a:r>
              <a:rPr lang="it-IT" sz="1400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Capstone.pbix</a:t>
            </a:r>
            <a:endParaRPr lang="it-IT" sz="1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it-IT" dirty="0"/>
              <a:t>Analisi progetto diapositiva 3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11615" y="522898"/>
            <a:ext cx="306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olo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1623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it-IT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Sviluppi futuri del progetto</a:t>
            </a:r>
            <a:endParaRPr lang="it-IT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06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528492" y="1677750"/>
            <a:ext cx="4968000" cy="370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572974" y="1677814"/>
            <a:ext cx="4968000" cy="370787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2970210" y="1578159"/>
            <a:ext cx="2084564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OTTIMIZZAZIONI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6846462" y="1578159"/>
            <a:ext cx="2524323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it-IT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SEMI-AUTOMATIZZAZIONE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2296120" y="2438943"/>
            <a:ext cx="3348000" cy="3054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lnSpc>
                <a:spcPts val="19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Implementazione funzionalità per il continuo aggiornamento dei dati (completamento database e implementazione procedure di aggiornamento)</a:t>
            </a:r>
          </a:p>
          <a:p>
            <a:pPr marL="285750" indent="-285750" rtl="0">
              <a:lnSpc>
                <a:spcPts val="19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Miglioramento layout del report (tramite aggiunta schede informative)</a:t>
            </a:r>
          </a:p>
          <a:p>
            <a:pPr marL="285750" indent="-285750" rtl="0">
              <a:lnSpc>
                <a:spcPts val="19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Limitazione dell’AI per un utilizzo più efficiente (riscrittura codice </a:t>
            </a:r>
            <a:r>
              <a:rPr lang="it-IT" sz="1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</a:t>
            </a: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 funzioni e creazione di liste per indicare elementi </a:t>
            </a:r>
            <a:r>
              <a:rPr lang="it-IT" sz="1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htlm</a:t>
            </a: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79C9942-8FD1-6860-EC9E-4FF95EA7BB73}"/>
              </a:ext>
            </a:extLst>
          </p:cNvPr>
          <p:cNvSpPr/>
          <p:nvPr/>
        </p:nvSpPr>
        <p:spPr>
          <a:xfrm>
            <a:off x="6382974" y="2438943"/>
            <a:ext cx="3348000" cy="1758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lnSpc>
                <a:spcPts val="19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Implementazione funzioni di estrazione dati semi-automatica da altri siti e-commerce</a:t>
            </a:r>
          </a:p>
          <a:p>
            <a:pPr marL="285750" indent="-285750" rtl="0">
              <a:lnSpc>
                <a:spcPts val="19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Riscrittura funzionalità dell’applicazione tramite implementazione di un meta-linguaggio </a:t>
            </a:r>
          </a:p>
        </p:txBody>
      </p:sp>
    </p:spTree>
    <p:extLst>
      <p:ext uri="{BB962C8B-B14F-4D97-AF65-F5344CB8AC3E}">
        <p14:creationId xmlns:p14="http://schemas.microsoft.com/office/powerpoint/2010/main" val="50993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olo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rtlCol="0" anchor="ctr">
            <a:spAutoFit/>
          </a:bodyPr>
          <a:lstStyle/>
          <a:p>
            <a:pPr rtl="0"/>
            <a:r>
              <a:rPr lang="it-IT" sz="7200" b="1" dirty="0">
                <a:solidFill>
                  <a:schemeClr val="bg1"/>
                </a:solidFill>
              </a:rPr>
              <a:t>Grazie</a:t>
            </a:r>
            <a:endParaRPr lang="it-IT" sz="7200" dirty="0">
              <a:solidFill>
                <a:schemeClr val="accent4"/>
              </a:solidFill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285" y="1672771"/>
            <a:ext cx="3624943" cy="362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442_TF78455520.potx" id="{18B1944C-1E7D-43C4-975E-E50ACFFDB4A4}" vid="{83F0D432-2B92-4580-B168-71CC71A93FA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Analisi di progetto, da 24Slides</Template>
  <TotalTime>0</TotalTime>
  <Words>250</Words>
  <Application>Microsoft Office PowerPoint</Application>
  <PresentationFormat>Widescreen</PresentationFormat>
  <Paragraphs>28</Paragraphs>
  <Slides>4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1" baseType="lpstr">
      <vt:lpstr>Arial</vt:lpstr>
      <vt:lpstr>Calibri</vt:lpstr>
      <vt:lpstr>Century Gothic</vt:lpstr>
      <vt:lpstr>Segoe UI Light</vt:lpstr>
      <vt:lpstr>Verdana</vt:lpstr>
      <vt:lpstr>Wingdings</vt:lpstr>
      <vt:lpstr>Tema di Office</vt:lpstr>
      <vt:lpstr>Analisi delle vendite di un e-commerce con strategia e azioni di ottimizzazione proposte utilizzando funzioni di GenAI</vt:lpstr>
      <vt:lpstr>Analisi progetto diapositiva 3</vt:lpstr>
      <vt:lpstr>Analisi progetto diapositiva 3</vt:lpstr>
      <vt:lpstr>Grazie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2025-11-05T14:15:17Z</dcterms:created>
  <dcterms:modified xsi:type="dcterms:W3CDTF">2025-11-06T14:18:49Z</dcterms:modified>
</cp:coreProperties>
</file>